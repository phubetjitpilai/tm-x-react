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ทุกกล่องและทุกเส้นเป็น shape ของ PowerPoint แก้ไขได้โดยตรง
ผังต้นฉบับอยู่ที่ docs/system_architecture_v2.svg — ถ้าแก้ผังใหญ่ให้แก้ที่นั่นก่อน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038" y="377419"/>
            <a:ext cx="5320665" cy="34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04038" y="1684782"/>
            <a:ext cx="1976247" cy="2698337"/>
          </a:xfrm>
          <a:prstGeom prst="rect">
            <a:avLst/>
          </a:prstGeom>
          <a:solidFill>
            <a:srgbClr val="F5F8FA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038" y="1684782"/>
            <a:ext cx="1976247" cy="258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4038" y="1684782"/>
            <a:ext cx="1976247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HARDWARE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08314" y="1684782"/>
            <a:ext cx="1824228" cy="2698337"/>
          </a:xfrm>
          <a:prstGeom prst="rect">
            <a:avLst/>
          </a:prstGeom>
          <a:solidFill>
            <a:srgbClr val="F5F8FA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08314" y="1684782"/>
            <a:ext cx="1824228" cy="258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08314" y="1684782"/>
            <a:ext cx="182422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40618" y="1684782"/>
            <a:ext cx="3800475" cy="2698337"/>
          </a:xfrm>
          <a:prstGeom prst="rect">
            <a:avLst/>
          </a:prstGeom>
          <a:solidFill>
            <a:srgbClr val="F5F8FA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0618" y="1684782"/>
            <a:ext cx="3800475" cy="258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40618" y="1684782"/>
            <a:ext cx="3800475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SERVER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69121" y="1684782"/>
            <a:ext cx="2812352" cy="2698337"/>
          </a:xfrm>
          <a:prstGeom prst="rect">
            <a:avLst/>
          </a:prstGeom>
          <a:solidFill>
            <a:srgbClr val="F5F8FA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9121" y="1684782"/>
            <a:ext cx="2812352" cy="258432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9121" y="1684782"/>
            <a:ext cx="2812352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6057" y="2102834"/>
            <a:ext cx="1672209" cy="456057"/>
          </a:xfrm>
          <a:prstGeom prst="rect">
            <a:avLst/>
          </a:prstGeom>
          <a:solidFill>
            <a:srgbClr val="C1651B"/>
          </a:solidFill>
          <a:ln w="6350">
            <a:solidFill>
              <a:srgbClr val="C165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057" y="2102834"/>
            <a:ext cx="1672209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TM-X Controller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6057" y="3242977"/>
            <a:ext cx="1672209" cy="456057"/>
          </a:xfrm>
          <a:prstGeom prst="rect">
            <a:avLst/>
          </a:prstGeom>
          <a:solidFill>
            <a:srgbClr val="C1651B"/>
          </a:solidFill>
          <a:ln w="6350">
            <a:solidFill>
              <a:srgbClr val="C165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6057" y="3242977"/>
            <a:ext cx="1672209" cy="456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60333" y="2596896"/>
            <a:ext cx="1672209" cy="608076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60333" y="2596896"/>
            <a:ext cx="1672209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Controller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Pi.py · 192.168.10.12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30641" y="2102834"/>
            <a:ext cx="1672209" cy="494062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30641" y="2102834"/>
            <a:ext cx="167220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 · 192.168.10.10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30641" y="2786920"/>
            <a:ext cx="1672209" cy="494062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30641" y="2786920"/>
            <a:ext cx="167220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Receiver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:21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0641" y="3547015"/>
            <a:ext cx="1672209" cy="494062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30641" y="3547015"/>
            <a:ext cx="167220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Gateway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06888" y="2786920"/>
            <a:ext cx="1520190" cy="532067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06888" y="2786920"/>
            <a:ext cx="1520190" cy="532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06888" y="3547015"/>
            <a:ext cx="1520190" cy="494062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06888" y="3547015"/>
            <a:ext cx="1520190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21140" y="2102834"/>
            <a:ext cx="2508314" cy="570071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21140" y="2102834"/>
            <a:ext cx="2508314" cy="57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21140" y="3394996"/>
            <a:ext cx="2508314" cy="570071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21140" y="3394996"/>
            <a:ext cx="2508314" cy="57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21140" y="924687"/>
            <a:ext cx="2508314" cy="418052"/>
          </a:xfrm>
          <a:prstGeom prst="rect">
            <a:avLst/>
          </a:prstGeom>
          <a:solidFill>
            <a:srgbClr val="C1651B"/>
          </a:solidFill>
          <a:ln w="6350">
            <a:solidFill>
              <a:srgbClr val="C1651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21140" y="924687"/>
            <a:ext cx="2508314" cy="41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 Router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172.20.10.0/24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0095" y="4877181"/>
            <a:ext cx="5016627" cy="440855"/>
          </a:xfrm>
          <a:prstGeom prst="rect">
            <a:avLst/>
          </a:prstGeom>
          <a:solidFill>
            <a:srgbClr val="C1651B"/>
          </a:solidFill>
          <a:ln w="6350">
            <a:solidFill>
              <a:srgbClr val="C165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0095" y="4877181"/>
            <a:ext cx="5016627" cy="44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Switch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· 192.168.10.0/24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69121" y="4877181"/>
            <a:ext cx="2812352" cy="684086"/>
          </a:xfrm>
          <a:prstGeom prst="roundRect">
            <a:avLst>
              <a:gd name="adj" fmla="val 60150"/>
            </a:avLst>
          </a:prstGeom>
          <a:solidFill>
            <a:srgbClr val="FFFFFF"/>
          </a:solidFill>
          <a:ln w="19050">
            <a:solidFill>
              <a:srgbClr val="C1651B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8969121" y="4877181"/>
            <a:ext cx="2812352" cy="68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1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cloud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28266" y="2216849"/>
            <a:ext cx="2432304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0570" y="2216849"/>
            <a:ext cx="0" cy="813302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60570" y="3030150"/>
            <a:ext cx="570071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2698337" y="2087632"/>
            <a:ext cx="1140143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 results + images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 flipH="1">
            <a:off x="2394299" y="2786920"/>
            <a:ext cx="266033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394299" y="2444877"/>
            <a:ext cx="0" cy="342043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2128266" y="2444877"/>
            <a:ext cx="266033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2242280" y="2566492"/>
            <a:ext cx="304038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 flipH="1">
            <a:off x="2394299" y="3014948"/>
            <a:ext cx="266033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</a:ln>
        </p:spPr>
      </p:sp>
      <p:sp>
        <p:nvSpPr>
          <p:cNvPr id="50" name="Shape 48"/>
          <p:cNvSpPr/>
          <p:nvPr/>
        </p:nvSpPr>
        <p:spPr>
          <a:xfrm>
            <a:off x="2394299" y="3014948"/>
            <a:ext cx="0" cy="456057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2128266" y="3471005"/>
            <a:ext cx="266033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2204276" y="3197371"/>
            <a:ext cx="380048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332542" y="2900934"/>
            <a:ext cx="456057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4788599" y="2346065"/>
            <a:ext cx="0" cy="554869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88599" y="2346065"/>
            <a:ext cx="342043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4617577" y="2604497"/>
            <a:ext cx="342043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 flipV="1">
            <a:off x="5966746" y="2596896"/>
            <a:ext cx="0" cy="190024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802850" y="2444877"/>
            <a:ext cx="152019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</a:ln>
        </p:spPr>
      </p:sp>
      <p:sp>
        <p:nvSpPr>
          <p:cNvPr id="59" name="Shape 57"/>
          <p:cNvSpPr/>
          <p:nvPr/>
        </p:nvSpPr>
        <p:spPr>
          <a:xfrm>
            <a:off x="6954869" y="2444877"/>
            <a:ext cx="0" cy="608076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54869" y="3052953"/>
            <a:ext cx="152019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H="1">
            <a:off x="6954869" y="3204972"/>
            <a:ext cx="152019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54869" y="3204972"/>
            <a:ext cx="0" cy="585273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6802850" y="3790245"/>
            <a:ext cx="152019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802850" y="2254853"/>
            <a:ext cx="2318290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7828979" y="2110435"/>
            <a:ext cx="304038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 flipH="1">
            <a:off x="6802850" y="2520887"/>
            <a:ext cx="2318290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7809976" y="2650103"/>
            <a:ext cx="342043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 flipH="1">
            <a:off x="8627078" y="3775043"/>
            <a:ext cx="494062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8706888" y="3554616"/>
            <a:ext cx="342043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460808" y="4041076"/>
            <a:ext cx="0" cy="1178147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60808" y="5219224"/>
            <a:ext cx="2508314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7494537" y="5082407"/>
            <a:ext cx="364846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 flipV="1">
            <a:off x="10375297" y="3965067"/>
            <a:ext cx="0" cy="912114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74" name="Text 72"/>
          <p:cNvSpPr txBox="1"/>
          <p:nvPr/>
        </p:nvSpPr>
        <p:spPr>
          <a:xfrm>
            <a:off x="10192874" y="4375518"/>
            <a:ext cx="364846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375297" y="1342739"/>
            <a:ext cx="0" cy="342043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H="1">
            <a:off x="6840855" y="1129913"/>
            <a:ext cx="2280285" cy="0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</a:ln>
        </p:spPr>
      </p:sp>
      <p:sp>
        <p:nvSpPr>
          <p:cNvPr id="77" name="Shape 75"/>
          <p:cNvSpPr/>
          <p:nvPr/>
        </p:nvSpPr>
        <p:spPr>
          <a:xfrm>
            <a:off x="6840855" y="1129913"/>
            <a:ext cx="0" cy="554869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7657957" y="985495"/>
            <a:ext cx="646081" cy="1368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LAN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 flipV="1">
            <a:off x="1292162" y="4383119"/>
            <a:ext cx="0" cy="494062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3496437" y="4383119"/>
            <a:ext cx="0" cy="494062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  <a:tailEnd type="triangle"/>
          </a:ln>
        </p:spPr>
      </p:sp>
      <p:sp>
        <p:nvSpPr>
          <p:cNvPr id="81" name="Shape 79"/>
          <p:cNvSpPr/>
          <p:nvPr/>
        </p:nvSpPr>
        <p:spPr>
          <a:xfrm flipV="1">
            <a:off x="5320665" y="4383119"/>
            <a:ext cx="0" cy="494062"/>
          </a:xfrm>
          <a:prstGeom prst="line">
            <a:avLst/>
          </a:prstGeom>
          <a:noFill/>
          <a:ln w="15875">
            <a:solidFill>
              <a:srgbClr val="0F2E4C"/>
            </a:solidFill>
            <a:prstDash val="solid"/>
            <a:headEnd type="triangle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04038" y="5834901"/>
            <a:ext cx="129216" cy="129216"/>
          </a:xfrm>
          <a:prstGeom prst="rect">
            <a:avLst/>
          </a:prstGeom>
          <a:solidFill>
            <a:srgbClr val="2E7BA6"/>
          </a:solidFill>
          <a:ln w="6350">
            <a:solidFill>
              <a:srgbClr val="2E7BA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1663" y="5804497"/>
            <a:ext cx="2280285" cy="182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components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824228" y="5834901"/>
            <a:ext cx="129216" cy="129216"/>
          </a:xfrm>
          <a:prstGeom prst="rect">
            <a:avLst/>
          </a:prstGeom>
          <a:solidFill>
            <a:srgbClr val="C1651B"/>
          </a:solidFill>
          <a:ln w="6350">
            <a:solidFill>
              <a:srgbClr val="C1651B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021853" y="5804497"/>
            <a:ext cx="2280285" cy="182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and external services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028504" y="5834901"/>
            <a:ext cx="129216" cy="129216"/>
          </a:xfrm>
          <a:prstGeom prst="rect">
            <a:avLst/>
          </a:prstGeom>
          <a:solidFill>
            <a:srgbClr val="0F2E4C"/>
          </a:solidFill>
          <a:ln w="6350">
            <a:solidFill>
              <a:srgbClr val="0F2E4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226128" y="5804497"/>
            <a:ext cx="2280285" cy="182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2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boundary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5472684" y="5804497"/>
            <a:ext cx="4560570" cy="182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show which way data travels · labels show the protocol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2026-09-08T07:58:54Z</dcterms:created>
  <dcterms:modified xsi:type="dcterms:W3CDTF">2026-09-08T07:58:54Z</dcterms:modified>
</cp:coreProperties>
</file>